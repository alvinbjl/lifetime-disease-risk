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711C-9D58-61D0-175C-4F0376712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B6127-8CD0-EB77-59AA-593DC995A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E9E86-10F5-367A-E6B1-4B82EA69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13371-7847-A08F-80E0-A3005978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67E76-B49E-CB2F-1DB0-06D6D78B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5768-0158-10F3-6BE4-89BA1BDB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100C-D05F-3C4A-EDCE-6D264D0C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520E7-29C6-F82D-79D5-0C4C6E78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6F37E-45F9-3898-AA8D-E658BDE6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B8D40-A943-7CFE-B6CD-D4091601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1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4036-DE3D-E05D-D29E-A5358888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3A973-6DC0-D6C6-E4DA-9DDA62390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E757-4B8E-4132-69FD-CBA54E11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840DA-0170-FEB6-5290-2DDC2B92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D50F-9AA1-3222-9A27-1A538C37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2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4BE9-2F22-519E-E8DE-34DFBDB3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7F60-27C9-B427-CA9F-807FD9E40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E347E-20E7-7E70-82ED-191DB0ECA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BB010-D845-47E3-F47B-39F8804E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0AB0C-CBC3-7502-7295-D5C747D5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7055A-0EC4-DFFC-7CE5-FEF89F43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3A2C-FE83-84F2-EE12-B7FC04EA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2822D-73D9-97C0-9C93-B97D68A2F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3A1A1-B20F-0270-E872-699C1C2E4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F2670-F85F-B951-957B-2A3DECCDB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30383-9435-099F-CFBE-06C8F816D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EE67D-9875-CD43-5D41-16F97230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7EEF77-06C5-E0C6-E9C8-E50CE41E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AC6A2-C045-30E6-4BFA-95DF0C76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8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AF7A-DB74-2F0E-5AB4-BFF79864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202F1-AFDE-6802-2502-38BB1385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C0628-A4C1-A6A1-BA47-4068573B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C16FC-EB36-BE29-F2A1-54BF7161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64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11CED-FAE4-CA58-1DFE-51725241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AC413-36E9-1B9B-A916-179125BD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47F9-5290-43DC-1C8A-F1DAAAEE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0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03E4-EF31-4014-6BE5-816CD355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16B6-E1E9-8D9B-BDCC-C63CFEFFE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2A20D-2771-7337-2A50-F6FB1F5D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875-8357-41AF-E4D7-EC6D5B6A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1DA2-0CD6-5856-9534-796DEF36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9A3A8-35D8-0F8D-D4BB-65BDB315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6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764F-B6D0-36D3-A058-5746AEC8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552DD-D689-FF34-3A3C-E88BD47056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CD0B-4C53-00E3-C4BF-634AE223C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E8B01-AD9D-6358-751F-34E8F816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0787-C9E2-014C-2B13-C3CD3994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52A59-12CB-5154-D855-6F190090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6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018C-CE0F-A543-7292-0B3AD424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35685-9B5F-92DB-6C1B-6DA9C739D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D98DD-8354-363E-1D05-20DA1A74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FEEB8-B83E-404E-A21F-C959783F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918E7-66C6-2B31-AD3C-0A91EF96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3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36E1E-1AC1-20AC-3E61-C15D6BCD9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2F51A-99C4-F503-C75C-71AFB487D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5BA3A-2F0B-11E4-BFFA-CF5F26F6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DEA21-3294-D52B-884C-BAB89497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5E8DE-F711-D244-8F6A-60D908B9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9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BDCD7-B7A8-A6F0-A07A-AB2A31E3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6A2B1-56D8-F6B9-104E-8CF372215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9F138-2949-DCE5-88E1-F625B202F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A9497-99A4-436E-A842-A040FC36266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7F28A-16B5-68DA-F12F-4A80D30AE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8FDA8-F760-F52B-B0EA-5843D9B5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693D5-63B0-46CA-9DEA-612F7800F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F34070-A689-8FD4-1BF5-5FAC7FA248AE}"/>
              </a:ext>
            </a:extLst>
          </p:cNvPr>
          <p:cNvCxnSpPr/>
          <p:nvPr/>
        </p:nvCxnSpPr>
        <p:spPr>
          <a:xfrm>
            <a:off x="1435510" y="3873910"/>
            <a:ext cx="947829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FF18C0-635B-849D-A2B0-091F60E67872}"/>
              </a:ext>
            </a:extLst>
          </p:cNvPr>
          <p:cNvCxnSpPr/>
          <p:nvPr/>
        </p:nvCxnSpPr>
        <p:spPr>
          <a:xfrm>
            <a:off x="5746954" y="1720646"/>
            <a:ext cx="0" cy="2497394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9201E4-ABA0-EF50-D14D-AFAFB59B6C6B}"/>
              </a:ext>
            </a:extLst>
          </p:cNvPr>
          <p:cNvCxnSpPr/>
          <p:nvPr/>
        </p:nvCxnSpPr>
        <p:spPr>
          <a:xfrm>
            <a:off x="3215148" y="1720646"/>
            <a:ext cx="0" cy="2497394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C197F1-CDA0-F52A-E652-AE6C5DC47FEC}"/>
              </a:ext>
            </a:extLst>
          </p:cNvPr>
          <p:cNvSpPr txBox="1"/>
          <p:nvPr/>
        </p:nvSpPr>
        <p:spPr>
          <a:xfrm>
            <a:off x="3308400" y="4568470"/>
            <a:ext cx="2438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“Cross sectional data”</a:t>
            </a:r>
          </a:p>
          <a:p>
            <a:pPr algn="ctr"/>
            <a:r>
              <a:rPr lang="en-US" dirty="0"/>
              <a:t>Duration of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A3AE9-8EDD-F03A-54F3-D7647581955D}"/>
              </a:ext>
            </a:extLst>
          </p:cNvPr>
          <p:cNvSpPr txBox="1"/>
          <p:nvPr/>
        </p:nvSpPr>
        <p:spPr>
          <a:xfrm>
            <a:off x="10087717" y="387391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B0AF2-7830-7F13-BF4C-5339F13303A4}"/>
              </a:ext>
            </a:extLst>
          </p:cNvPr>
          <p:cNvSpPr txBox="1"/>
          <p:nvPr/>
        </p:nvSpPr>
        <p:spPr>
          <a:xfrm>
            <a:off x="2907800" y="420543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BD7F37-57E9-ECDD-2B86-09EC29EC3127}"/>
              </a:ext>
            </a:extLst>
          </p:cNvPr>
          <p:cNvSpPr txBox="1"/>
          <p:nvPr/>
        </p:nvSpPr>
        <p:spPr>
          <a:xfrm>
            <a:off x="5407758" y="419913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74DAB-3C89-2D4E-616F-1451C6439F40}"/>
              </a:ext>
            </a:extLst>
          </p:cNvPr>
          <p:cNvSpPr txBox="1"/>
          <p:nvPr/>
        </p:nvSpPr>
        <p:spPr>
          <a:xfrm>
            <a:off x="6002729" y="1227618"/>
            <a:ext cx="30893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👼👦🏼🧑🏼</a:t>
            </a:r>
            <a:r>
              <a:rPr lang="en-US" sz="1400" dirty="0"/>
              <a:t>cancer</a:t>
            </a:r>
            <a:r>
              <a:rPr lang="en-US" sz="3200" dirty="0"/>
              <a:t>👴🏼</a:t>
            </a:r>
          </a:p>
          <a:p>
            <a:r>
              <a:rPr lang="en-US" sz="3200" dirty="0"/>
              <a:t>👼👦🏼🧑🏼🧓🏼👴🏼</a:t>
            </a:r>
          </a:p>
          <a:p>
            <a:r>
              <a:rPr lang="en-US" sz="3200" dirty="0"/>
              <a:t>👼</a:t>
            </a:r>
            <a:r>
              <a:rPr lang="en-US" sz="1400" dirty="0"/>
              <a:t>cancer</a:t>
            </a:r>
            <a:r>
              <a:rPr lang="en-US" sz="3200" dirty="0"/>
              <a:t>🧑🏼🧓🏼👴🏼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5A327-8D9D-2690-27E2-424D16A223E2}"/>
              </a:ext>
            </a:extLst>
          </p:cNvPr>
          <p:cNvSpPr/>
          <p:nvPr/>
        </p:nvSpPr>
        <p:spPr>
          <a:xfrm>
            <a:off x="3291199" y="1710814"/>
            <a:ext cx="2372334" cy="21280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C1B6B6-2497-4B07-7467-2CFA0E36D364}"/>
              </a:ext>
            </a:extLst>
          </p:cNvPr>
          <p:cNvSpPr txBox="1"/>
          <p:nvPr/>
        </p:nvSpPr>
        <p:spPr>
          <a:xfrm>
            <a:off x="6096000" y="840768"/>
            <a:ext cx="250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Hypothetical test group</a:t>
            </a:r>
          </a:p>
        </p:txBody>
      </p:sp>
    </p:spTree>
    <p:extLst>
      <p:ext uri="{BB962C8B-B14F-4D97-AF65-F5344CB8AC3E}">
        <p14:creationId xmlns:p14="http://schemas.microsoft.com/office/powerpoint/2010/main" val="18012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2BE5-404F-9E55-993C-52C2BB62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FD819D-F75C-C0C7-D5BD-22DFCE06DECC}"/>
              </a:ext>
            </a:extLst>
          </p:cNvPr>
          <p:cNvSpPr/>
          <p:nvPr/>
        </p:nvSpPr>
        <p:spPr>
          <a:xfrm>
            <a:off x="11041625" y="2445585"/>
            <a:ext cx="511278" cy="6585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5C1A2F-A0C0-B954-668B-E602AF5A7573}"/>
              </a:ext>
            </a:extLst>
          </p:cNvPr>
          <p:cNvSpPr/>
          <p:nvPr/>
        </p:nvSpPr>
        <p:spPr>
          <a:xfrm>
            <a:off x="8504903" y="5700374"/>
            <a:ext cx="2251587" cy="6536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38A61E-9006-543B-79B8-049A472F5D63}"/>
              </a:ext>
            </a:extLst>
          </p:cNvPr>
          <p:cNvCxnSpPr/>
          <p:nvPr/>
        </p:nvCxnSpPr>
        <p:spPr>
          <a:xfrm>
            <a:off x="1435510" y="3873910"/>
            <a:ext cx="947829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018CC0-25E7-626C-D6EB-508C869A7F6F}"/>
              </a:ext>
            </a:extLst>
          </p:cNvPr>
          <p:cNvCxnSpPr/>
          <p:nvPr/>
        </p:nvCxnSpPr>
        <p:spPr>
          <a:xfrm>
            <a:off x="5746954" y="1720646"/>
            <a:ext cx="0" cy="2497394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C005B1-C41D-CC14-95B8-C71AEA0463F7}"/>
              </a:ext>
            </a:extLst>
          </p:cNvPr>
          <p:cNvCxnSpPr/>
          <p:nvPr/>
        </p:nvCxnSpPr>
        <p:spPr>
          <a:xfrm>
            <a:off x="3215148" y="1720646"/>
            <a:ext cx="0" cy="2497394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079472-AC3A-5D5C-DA79-34B6B4795773}"/>
              </a:ext>
            </a:extLst>
          </p:cNvPr>
          <p:cNvSpPr txBox="1"/>
          <p:nvPr/>
        </p:nvSpPr>
        <p:spPr>
          <a:xfrm>
            <a:off x="3308400" y="4568470"/>
            <a:ext cx="2438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“Cross sectional data”</a:t>
            </a:r>
          </a:p>
          <a:p>
            <a:pPr algn="ctr"/>
            <a:r>
              <a:rPr lang="en-US" dirty="0"/>
              <a:t>Duration of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FEBE7-0B3E-6442-D0A8-590FD960383B}"/>
              </a:ext>
            </a:extLst>
          </p:cNvPr>
          <p:cNvSpPr txBox="1"/>
          <p:nvPr/>
        </p:nvSpPr>
        <p:spPr>
          <a:xfrm>
            <a:off x="10087717" y="387391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A49C49-2376-D934-20CF-A97C8665B390}"/>
              </a:ext>
            </a:extLst>
          </p:cNvPr>
          <p:cNvSpPr txBox="1"/>
          <p:nvPr/>
        </p:nvSpPr>
        <p:spPr>
          <a:xfrm>
            <a:off x="2907800" y="420543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A0ACA-3C4C-8CF9-7017-43255EB9ABD9}"/>
              </a:ext>
            </a:extLst>
          </p:cNvPr>
          <p:cNvSpPr txBox="1"/>
          <p:nvPr/>
        </p:nvSpPr>
        <p:spPr>
          <a:xfrm>
            <a:off x="5407758" y="419913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83744-C0B9-C523-A2E0-40D6FA156E10}"/>
              </a:ext>
            </a:extLst>
          </p:cNvPr>
          <p:cNvSpPr txBox="1"/>
          <p:nvPr/>
        </p:nvSpPr>
        <p:spPr>
          <a:xfrm>
            <a:off x="6086149" y="997975"/>
            <a:ext cx="42787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👼👦🏼🧑🏼</a:t>
            </a:r>
            <a:r>
              <a:rPr lang="en-US" sz="1400" dirty="0"/>
              <a:t>cancer</a:t>
            </a:r>
            <a:r>
              <a:rPr lang="en-US" sz="3200" dirty="0"/>
              <a:t>👴🏼</a:t>
            </a:r>
          </a:p>
          <a:p>
            <a:r>
              <a:rPr lang="en-US" sz="3200" dirty="0"/>
              <a:t>👼👦🏼☠️ </a:t>
            </a:r>
            <a:r>
              <a:rPr lang="en-US" sz="1400" dirty="0"/>
              <a:t>could have cancer if didn’t die</a:t>
            </a:r>
            <a:endParaRPr lang="en-US" sz="3200" dirty="0"/>
          </a:p>
          <a:p>
            <a:r>
              <a:rPr lang="en-US" sz="3200" dirty="0"/>
              <a:t>👼👦🏼🧑🏼🧓🏼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64B29-1013-55F6-03F5-DF327CA90A3D}"/>
              </a:ext>
            </a:extLst>
          </p:cNvPr>
          <p:cNvSpPr/>
          <p:nvPr/>
        </p:nvSpPr>
        <p:spPr>
          <a:xfrm>
            <a:off x="3291199" y="1710814"/>
            <a:ext cx="2372334" cy="21280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42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40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Bong Jia Lok</dc:creator>
  <cp:lastModifiedBy>Bong Jia Lok</cp:lastModifiedBy>
  <cp:revision>1</cp:revision>
  <dcterms:created xsi:type="dcterms:W3CDTF">2026-10-11T02:27:43Z</dcterms:created>
  <dcterms:modified xsi:type="dcterms:W3CDTF">2026-10-11T03:31:35Z</dcterms:modified>
</cp:coreProperties>
</file>